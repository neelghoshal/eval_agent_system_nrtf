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AD0C3"/>
                </a:solidFill>
              </a:defRPr>
            </a:pPr>
            <a:r>
              <a:t>NRTF  /  JUSTICETREE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F"/>
                </a:solidFill>
              </a:defRPr>
            </a:pPr>
            <a:r>
              <a:t>The Problem →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C1D6"/>
                </a:solidFill>
              </a:defRPr>
            </a:pPr>
            <a:r>
              <a:t>Introducing a legislative bill explorer for North Carolina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C1D6"/>
                </a:solidFill>
              </a:defRPr>
            </a:pPr>
            <a:r>
              <a:t>ATO 2026  •  CONCEPT / PROPOSED INTEGRATION                                       1 /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5303520" cy="329184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Bills include dense language, multiple versions, amendments, and procedural histories.</a:t>
            </a:r>
          </a:p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A summary alone may omit evidence or confuse proposed and enacted law.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31720"/>
            <a:ext cx="5303520" cy="329184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542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1089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A web application where users can examine a bill, its full text, and legislative history.</a:t>
            </a:r>
          </a:p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Evidence-linked evaluations make claims easier to verify and challenge.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253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AD0C3"/>
                </a:solidFill>
              </a:defRPr>
            </a:pPr>
            <a:r>
              <a:t>DESIGN GOAL  •  Do not just summarize legislation. Show the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AD0C3"/>
                </a:solidFill>
              </a:defRPr>
            </a:pPr>
            <a:r>
              <a:t>NRTF  /  JUSTICETREE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F"/>
                </a:solidFill>
              </a:defRPr>
            </a:pPr>
            <a:r>
              <a:t>How a User Explores a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C1D6"/>
                </a:solidFill>
              </a:defRPr>
            </a:pPr>
            <a:r>
              <a:t>Illustrative user experience — confirm live features with the development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C1D6"/>
                </a:solidFill>
              </a:defRPr>
            </a:pPr>
            <a:r>
              <a:t>ATO 2026  •  CONCEPT / PROPOSED INTEGRATION                                       2 /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5303520" cy="155448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01  FIND A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Search or select a North Carolina bill.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303520" cy="155448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4963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02  EXAMINE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Read the full text, versions, and legislative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41648"/>
            <a:ext cx="5303520" cy="155448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03  CHECK A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188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Compare a specific claim with cited passages.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41648"/>
            <a:ext cx="5303520" cy="155448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04  REVIEW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188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See supporting evidence, contradictions, and uncertainties.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AD0C3"/>
                </a:solidFill>
              </a:defRPr>
            </a:pPr>
            <a:r>
              <a:t>NRTF  /  JUSTICETREE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F"/>
                </a:solidFill>
              </a:defRPr>
            </a:pPr>
            <a:r>
              <a:t>JusticeTree Frameworks in NRTF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C1D6"/>
                </a:solidFill>
              </a:defRPr>
            </a:pPr>
            <a:r>
              <a:t>Example: North Carolina HB 318 — proposed evaluation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C1D6"/>
                </a:solidFill>
              </a:defRPr>
            </a:pPr>
            <a:r>
              <a:t>ATO 2026  •  CONCEPT / PROPOSED INTEGRATION                                       3 /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3520440" cy="233172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PMF  • 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Tests claims against supporting and contradictory evidence; records gaps and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40280"/>
            <a:ext cx="3520440" cy="233172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2856" y="24505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ITMOST  • 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017520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Examines provenance and the evidence for claimed information authority.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240280"/>
            <a:ext cx="3520440" cy="2331720"/>
          </a:xfrm>
          <a:prstGeom prst="roundRect">
            <a:avLst/>
          </a:prstGeom>
          <a:solidFill>
            <a:srgbClr val="172A41"/>
          </a:solidFill>
          <a:ln>
            <a:solidFill>
              <a:srgbClr val="35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4505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C04A"/>
                </a:solidFill>
              </a:defRPr>
            </a:pPr>
            <a:r>
              <a:t>VBE  • 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017520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0F7FF"/>
                </a:solidFill>
              </a:defRPr>
            </a:pPr>
            <a:r>
              <a:t>Separates analysis from authorization before consequential external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65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AD0C3"/>
                </a:solidFill>
              </a:defRPr>
            </a:pPr>
            <a:r>
              <a:t>INPUT  Full bill text + versions + legislative history + official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C04A"/>
                </a:solidFill>
              </a:defRPr>
            </a:pPr>
            <a:r>
              <a:t>OUTPUT  Evidence-linked findings + contradictions + uncertainty +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258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AEC1D6"/>
                </a:solidFill>
              </a:defRPr>
            </a:pPr>
            <a:r>
              <a:t>Framework roles are proposed; do not represent them as deployed or independently validated.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468F0-FB07-1FCC-3D9D-F4B8D65D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545C3C-35E9-7F5E-B02A-F6A8B75EDC29}"/>
              </a:ext>
            </a:extLst>
          </p:cNvPr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AD0C3"/>
                </a:solidFill>
              </a:defRPr>
            </a:pPr>
            <a:r>
              <a:t>NRTF  /  JUSTICETREE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4BAFD-F0E0-BB43-CB82-1FE7C029D93F}"/>
              </a:ext>
            </a:extLst>
          </p:cNvPr>
          <p:cNvSpPr txBox="1"/>
          <p:nvPr/>
        </p:nvSpPr>
        <p:spPr>
          <a:xfrm>
            <a:off x="594360" y="8229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F"/>
                </a:solidFill>
              </a:defRPr>
            </a:pPr>
            <a:r>
              <a:rPr lang="en-US" dirty="0"/>
              <a:t>Technologies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C03FF-4442-34CE-383A-243EE520BCB1}"/>
              </a:ext>
            </a:extLst>
          </p:cNvPr>
          <p:cNvSpPr txBox="1"/>
          <p:nvPr/>
        </p:nvSpPr>
        <p:spPr>
          <a:xfrm>
            <a:off x="59436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C1D6"/>
                </a:solidFill>
              </a:defRPr>
            </a:pPr>
            <a:r>
              <a:t>ATO 2026  •  CONCEPT / PROPOSED INTEGRATION                                       3 /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FF6B0F-01FC-BB27-B586-0BF12EEAC4D5}"/>
              </a:ext>
            </a:extLst>
          </p:cNvPr>
          <p:cNvSpPr txBox="1"/>
          <p:nvPr/>
        </p:nvSpPr>
        <p:spPr>
          <a:xfrm>
            <a:off x="829340" y="1722473"/>
            <a:ext cx="61987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4000" dirty="0">
                <a:solidFill>
                  <a:schemeClr val="bg1"/>
                </a:solidFill>
              </a:rPr>
              <a:t>Python</a:t>
            </a:r>
          </a:p>
          <a:p>
            <a:pPr marL="285750" indent="-285750">
              <a:buFontTx/>
              <a:buChar char="-"/>
            </a:pPr>
            <a:r>
              <a:rPr lang="en-US" sz="4000" dirty="0">
                <a:solidFill>
                  <a:schemeClr val="bg1"/>
                </a:solidFill>
              </a:rPr>
              <a:t>Snowflake API</a:t>
            </a:r>
          </a:p>
          <a:p>
            <a:pPr marL="285750" indent="-285750">
              <a:buFontTx/>
              <a:buChar char="-"/>
            </a:pPr>
            <a:r>
              <a:rPr lang="en-US" sz="4000" b="1" dirty="0" err="1">
                <a:solidFill>
                  <a:schemeClr val="bg1"/>
                </a:solidFill>
              </a:rPr>
              <a:t>LegiScan</a:t>
            </a:r>
            <a:r>
              <a:rPr lang="en-US" sz="4000" b="1" dirty="0">
                <a:solidFill>
                  <a:schemeClr val="bg1"/>
                </a:solidFill>
              </a:rPr>
              <a:t> API – Bill data</a:t>
            </a:r>
          </a:p>
          <a:p>
            <a:pPr marL="285750" indent="-285750">
              <a:buFontTx/>
              <a:buChar char="-"/>
            </a:pPr>
            <a:r>
              <a:rPr lang="en-US" sz="4000" b="1" dirty="0">
                <a:solidFill>
                  <a:schemeClr val="bg1"/>
                </a:solidFill>
              </a:rPr>
              <a:t>Gemini API– fallback for</a:t>
            </a:r>
          </a:p>
        </p:txBody>
      </p:sp>
    </p:spTree>
    <p:extLst>
      <p:ext uri="{BB962C8B-B14F-4D97-AF65-F5344CB8AC3E}">
        <p14:creationId xmlns:p14="http://schemas.microsoft.com/office/powerpoint/2010/main" val="71663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9677B-62CF-C08D-A045-67AC1637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D8DB0-3EE6-4D2F-FBD0-7374CDCCC380}"/>
              </a:ext>
            </a:extLst>
          </p:cNvPr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AD0C3"/>
                </a:solidFill>
              </a:defRPr>
            </a:pPr>
            <a:r>
              <a:t>NRTF  /  JUSTICETREE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36642-7C1D-67EB-89CC-8143F821693B}"/>
              </a:ext>
            </a:extLst>
          </p:cNvPr>
          <p:cNvSpPr txBox="1"/>
          <p:nvPr/>
        </p:nvSpPr>
        <p:spPr>
          <a:xfrm>
            <a:off x="594360" y="8229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F"/>
                </a:solidFill>
              </a:defRPr>
            </a:pPr>
            <a:r>
              <a:rPr lang="en-US" dirty="0"/>
              <a:t>App Workflow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DC165-94ED-F931-04D9-4F16FA3F7E4E}"/>
              </a:ext>
            </a:extLst>
          </p:cNvPr>
          <p:cNvSpPr txBox="1"/>
          <p:nvPr/>
        </p:nvSpPr>
        <p:spPr>
          <a:xfrm>
            <a:off x="59436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C1D6"/>
                </a:solidFill>
              </a:defRPr>
            </a:pPr>
            <a:r>
              <a:t>ATO 2026  •  CONCEPT / PROPOSED INTEGRATION                                       3 / 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9945BB8-4258-6A74-0ABE-BFB37F00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469" y="822960"/>
            <a:ext cx="6112891" cy="527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46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330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Osorto Alvarez, Fernando Antonio</cp:lastModifiedBy>
  <cp:revision>2</cp:revision>
  <dcterms:created xsi:type="dcterms:W3CDTF">2013-01-27T09:14:16Z</dcterms:created>
  <dcterms:modified xsi:type="dcterms:W3CDTF">2026-10-19T18:53:34Z</dcterms:modified>
  <cp:category/>
</cp:coreProperties>
</file>